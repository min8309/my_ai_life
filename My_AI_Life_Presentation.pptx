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안녕하십니까, 데이터와 가치관의 갈림길을 시뮬레이션하는 인터랙티브 프로젝트 'My AI Life'의 발표를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INTERACTIVE LIFE SIMULATION &amp; OSMU ENGINE</a:t>
            </a:r>
          </a:p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  <a:latin typeface="Malgun Gothic"/>
              </a:defRPr>
            </a:pPr>
            <a:r>
              <a:t>MY AI LIFE</a:t>
            </a:r>
          </a:p>
          <a:p>
            <a:pPr>
              <a:spcAft>
                <a:spcPts val="2000"/>
              </a:spcAft>
              <a:defRPr sz="2000">
                <a:solidFill>
                  <a:srgbClr val="22D3EE"/>
                </a:solidFill>
                <a:latin typeface="Malgun Gothic"/>
              </a:defRPr>
            </a:pPr>
            <a:r>
              <a:t>나의 AI 인생 시뮬레이터 : 프로젝트 핵심 요약</a:t>
            </a:r>
          </a:p>
          <a:p>
            <a:pPr>
              <a:spcAft>
                <a:spcPts val="2800"/>
              </a:spcAft>
              <a:defRPr sz="1300">
                <a:solidFill>
                  <a:srgbClr val="94A3B8"/>
                </a:solidFill>
                <a:latin typeface="Malgun Gothic"/>
              </a:defRPr>
            </a:pPr>
            <a:r>
              <a:t>AI의 극효율 알고리즘과 인간의 가치관이 빚어내는 인생의 갈림길,</a:t>
            </a:r>
            <a:br/>
            <a:r>
              <a:t>그리고 나만의 선택으로 완성되는 웹툰 &amp; 숏폼 콘텐츠 생성 엔진</a:t>
            </a:r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개발 스택: Vanilla JS (ES6 Modules) • Zero-Dependency • Responsive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01. BACKGROUND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기획 배경 및 문제 정의 : AI 시대의 삶과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43F5E"/>
                </a:solidFill>
                <a:latin typeface="Malgun Gothic"/>
              </a:defRPr>
            </a:pPr>
            <a:r>
              <a:t>PROBLEM : 알고리즘과 극효율의 역설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• 데이터와 AI가 진로·투자·직업의 '최적 경로'를 제시하는 시대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• 수치와 소득 중심의 극효율 추구로 인한 번아웃과 자아실현 결핍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• 질문: 'AI가 계산한 정답이 과연 나에게도 가장 행복한 삶일까?'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• 단기적 선택이 20~30년 뒤 인생에 미칠 인과관계를 체감하기 어려움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4D399"/>
                </a:solidFill>
                <a:latin typeface="Malgun Gothic"/>
              </a:defRPr>
            </a:pPr>
            <a:r>
              <a:t>SOLUTION : 인터랙티브 라이프 시뮬레이터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• 10대부터 50대까지 현실 공공 통계(팩트 카드) 기반 딜레마 체험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• AI의 극효율 권고와 나의 가치관을 비교하며 독창적 삶의 궤적 발견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• 청년기 결정이 중장년기에 발동되는 지연 나비효과 큐(Queue) 시각화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• 평가나 서열이 아닌, '자신만의 선택'이 지닌 고유한 가치 회고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80644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Malgun Gothic"/>
              </a:defRPr>
            </a:pPr>
            <a:r>
              <a:t>💡 핵심 가치: 효율과 행복은 결코 같은 단어가 아니다 — 선택의 무게와 주체성을 되찾는 여정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02.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핵심 차별점 : 3대 인터랙티브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algun Gothic"/>
              </a:defRPr>
            </a:pPr>
            <a:r>
              <a:t>다차원 상태 지표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Malgun Gothic"/>
              </a:defRPr>
            </a:pPr>
            <a:r>
              <a:t>1. 6대 라이프 HUD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💰 자산 (Money) - 시드머니/부동산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💼 커리어 (Career) - 전문성과 직위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📚 역량 (Skill) - 기술 및 리스킬링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🤝 관계 (Relation) - 가족 및 유대감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⏳ 여유 시간 (Time) - 번아웃 방지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🌱 삶의 만족도 (Life) - 자아실현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➔ 6대 스탯의 실시간 트레이드오프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874519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Malgun Gothic"/>
              </a:defRPr>
            </a:pPr>
            <a:r>
              <a:t>3단계 파트너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Malgun Gothic"/>
              </a:defRPr>
            </a:pPr>
            <a:r>
              <a:t>2. 진화형 AI 페르소나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🤖 [10~20대] The Optimizer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: 데이터 기반의 극효율 경로 제시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⚡ [30~40대] The Challenger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: 기회비용과 내면 가치관 질문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🪞 [50대~] The Reflector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: 삶의 궤적과 인간성을 비추는 거울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➔ 연령대별 차별화된 실시간 코멘트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0184" y="1874519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인과관계 엔진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Malgun Gothic"/>
              </a:defRPr>
            </a:pPr>
            <a:r>
              <a:t>3. 팩트 카드 &amp; 나비효과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📊 대한민국 공공 통계 팩트 카드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🔍 2단계 숙고 (결정 번복 추적)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🦋 지연 나비효과 큐(Queue)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- 17세 창작 열정 ➔ 24세 스튜디오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- 34세 영끌 ➔ 45세 금리 압박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- 45세 리스킬 ➔ 56세 신산업 리더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➔ 과거 선택이 미래에 실시간 영향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03. GAME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게임 메커니즘 : 2단계 숙고 및 나비효과 루프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50592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0848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상황 마주하기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• 연령별 현실적 딜레마 발생</a:t>
            </a:r>
            <a:br/>
            <a:r>
              <a:t>• AI 극효율 알고리즘 권고 및 정량적 근거 확인</a:t>
            </a:r>
            <a:br/>
            <a:r>
              <a:t>• 3가지 분기 선택지 탐색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50592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0848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Malgun Gothic"/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팩트 카드 확인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• 1차 직관적 선택 진행</a:t>
            </a:r>
            <a:br/>
            <a:r>
              <a:t>• 실제 정부/학술 통계 데이터 모달 팝업 오픈</a:t>
            </a:r>
            <a:br/>
            <a:r>
              <a:t>• 숨겨진 기회비용과 리스크 수치 인지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50592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0848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Malgun Gothic"/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2차 숙고 &amp; 확정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• 팩트를 바탕으로 결정 유지 or 번복</a:t>
            </a:r>
            <a:br/>
            <a:r>
              <a:t>• AI 권고 수용/거절 여부 추적</a:t>
            </a:r>
            <a:br/>
            <a:r>
              <a:t>• 가치관 축 가중치 누적 반영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50592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0848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Malgun Gothic"/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나비효과 &amp; 피드백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• 6대 Life Status 즉각 갱신</a:t>
            </a:r>
            <a:br/>
            <a:r>
              <a:t>• 미래 특정 연령에 터질 나비효과 큐 등록</a:t>
            </a:r>
            <a:br/>
            <a:r>
              <a:t>• AI 페르소나의 실시간 평가 코멘터리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578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BBF24"/>
                </a:solidFill>
                <a:latin typeface="Malgun Gothic"/>
              </a:defRPr>
            </a:pPr>
            <a:r>
              <a:t>🎯 숙고(Deliberation) 추적 엔진의 의의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단순 클릭 게임이 아닌 '팩트 통계를 확인한 후 결정을 바꿨는가?'(Fact Change Rate)와 'AI 권고를 거절하고 내 가치를 지켰는가?'(AI Rejection Rate)를 통계로 누적하여 최종 리포트에 인간적 고뇌의 궤적으로 환원합니다.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04. SCENARIOS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시나리오 구성 : 10대부터 50대까지의 5대 갈림길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17세 (10대)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288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Malgun Gothic"/>
              </a:defRPr>
            </a:pPr>
            <a:r>
              <a:t>진로의 첫 갈림길: 꿈인가 안정인가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75564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AI 극효율: 공학/상경 진학 집중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(취업 안정성 +42%)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안정 진학 vs 학업·창작 병행 vs 창작 올인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26세 (20대)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432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Malgun Gothic"/>
              </a:defRPr>
            </a:pPr>
            <a:r>
              <a:t>첫 커리어: 스타트업 vs 대기업 계약직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67004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AI 극효율: 대기업 계약직 선택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(시드머니 32% 우세)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432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대기업 계약직 vs AI 스타트업 vs 프리랜서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34세 (30대)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657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Malgun Gothic"/>
              </a:defRPr>
            </a:pPr>
            <a:r>
              <a:t>자산 형성: 영끌 내집마련 vs 유연성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58444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AI 극효율: 아파트 자가 매수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(부동산 레버리지 최적화)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657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자가 매수 vs 유연 투자/자유 vs 워라밸/가족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45세 (40대)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5720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Malgun Gothic"/>
              </a:defRPr>
            </a:pPr>
            <a:r>
              <a:t>전환기 생존: AI 격변 속 이직 vs 창업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49884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AI 극효율: 야간 AI 리스킬링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(대체 리스크 헷징)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5720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직장 수성 vs AI 리스킬링 vs 독립 창업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864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56세 (50대)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4864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Malgun Gothic"/>
              </a:defRPr>
            </a:pPr>
            <a:r>
              <a:t>인생 2막: 자녀 지원 vs 노후 자금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41324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AI 극효율: 연금 전액 사수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(노후 빈곤 차단)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4864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연금 전액 사수 vs 절충형 지원 vs 전폭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05. DUAL 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엔딩 시스템 : MY LIFE vs AI PARALLEL LIFE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Malgun Gothic"/>
              </a:defRPr>
            </a:pPr>
            <a:r>
              <a:t>【 MY LIFE (나의 선택) 】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Malgun Gothic"/>
              </a:defRPr>
            </a:pPr>
            <a:r>
              <a:t>✔ 나의 가치관과 고유한 감정이 온전히 반영된 여정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Malgun Gothic"/>
              </a:defRPr>
            </a:pPr>
            <a:r>
              <a:t>✔ 자산은 적을지라도 풍요로운 관계와 여유 시간 확보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Malgun Gothic"/>
              </a:defRPr>
            </a:pPr>
            <a:r>
              <a:t>✔ 지연된 나비효과가 빚어낸 개성 넘치는 독창적 서사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Malgun Gothic"/>
              </a:defRPr>
            </a:pPr>
            <a:r>
              <a:t>✔ 연령별 선택 궤적을 잇는 '당신이 살아온 또 하나의 인생' 헌정사 제공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Malgun Gothic"/>
              </a:defRPr>
            </a:pPr>
            <a:r>
              <a:t>✔ AI 거부율(%) 및 팩트 기반 결정 번복률(%) 통계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Malgun Gothic"/>
              </a:defRPr>
            </a:pPr>
            <a:r>
              <a:t>【 AI LIFE (100% 극효율 경로) 】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Malgun Gothic"/>
              </a:defRPr>
            </a:pPr>
            <a:r>
              <a:t>🤖 ParallelLifeEngine이 백그라운드에서 완전 자동 시뮬레이션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Malgun Gothic"/>
              </a:defRPr>
            </a:pPr>
            <a:r>
              <a:t>🤖 수치적으로 극대화된 자산(Money)과 커리어(Career) 점수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Malgun Gothic"/>
              </a:defRPr>
            </a:pPr>
            <a:r>
              <a:t>🤖 극효율을 위해 과감히 희생된 인간관계, 여유 시간, 삶의 만족도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Malgun Gothic"/>
              </a:defRPr>
            </a:pPr>
            <a:r>
              <a:t>🤖 듀얼 레이더 차트를 통한 나의 결과와의 직관적 오버레이 비교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Malgun Gothic"/>
              </a:defRPr>
            </a:pPr>
            <a:r>
              <a:t>🤖 'AI의 정답대로만 살았을 때의 나'를 마주하는 철학적 충격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87044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2D3EE"/>
                </a:solidFill>
                <a:latin typeface="Malgun Gothic"/>
              </a:defRPr>
            </a:pPr>
            <a:r>
              <a:t>✨ 서열화와 승패 판정을 배제하고, '나의 선택이 만들어낸 고유한 삶의 궤적'을 회고하는 힐링 리포트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06. OSMU CONTENT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확장성 : 시뮬레이션에서 웹툰·숏폼 콘텐츠로 (One Life Source)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  <a:latin typeface="Malgun Gothic"/>
              </a:defRPr>
            </a:pPr>
            <a:r>
              <a:t>🎨 인스타툰/웹툰 4~5컷 콘티 스크립트</a:t>
            </a:r>
          </a:p>
          <a:p>
            <a:pPr>
              <a:spcAft>
                <a:spcPts val="300"/>
              </a:spcAft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• 1컷 (17세): 갈림길 앞 주인공 &amp; AI 홀로그램 대사</a:t>
            </a:r>
          </a:p>
          <a:p>
            <a:pPr>
              <a:spcAft>
                <a:spcPts val="300"/>
              </a:spcAft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  - AI: '상경계열 진학이 취업 안정성 +42%입니다'</a:t>
            </a:r>
          </a:p>
          <a:p>
            <a:pPr>
              <a:spcAft>
                <a:spcPts val="300"/>
              </a:spcAft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  - 주인공: '나는 창작의 길을 걷겠어!'</a:t>
            </a:r>
          </a:p>
          <a:p>
            <a:pPr>
              <a:spcAft>
                <a:spcPts val="300"/>
              </a:spcAft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• 2컷 (26세): 스타트업 야생 vs 대기업 고뇌 묘사</a:t>
            </a:r>
          </a:p>
          <a:p>
            <a:pPr>
              <a:spcAft>
                <a:spcPts val="300"/>
              </a:spcAft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• 3컷 (34세): 팩트 카드 오버레이와 내면 가치 충돌</a:t>
            </a:r>
          </a:p>
          <a:p>
            <a:pPr>
              <a:spcAft>
                <a:spcPts val="300"/>
              </a:spcAft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• 4컷 (56세): 수십 년 뒤 발동된 나비효과 결말 씬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➔ 웹툰 작가/일러스트레이터가 즉시 작화 가능한 표준 콘티 포맷 자동 렌더링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855F7"/>
                </a:solidFill>
                <a:latin typeface="Malgun Gothic"/>
              </a:defRPr>
            </a:pPr>
            <a:r>
              <a:t>🎬 60초 숏폼 &amp; Google Vids AI 연동</a:t>
            </a:r>
          </a:p>
          <a:p>
            <a:pPr>
              <a:spcAft>
                <a:spcPts val="300"/>
              </a:spcAft>
              <a:defRPr sz="1050" b="1">
                <a:solidFill>
                  <a:srgbClr val="94A3B8"/>
                </a:solidFill>
                <a:latin typeface="Malgun Gothic"/>
              </a:defRPr>
            </a:pPr>
            <a:r>
              <a:t>• [00:00 - 00:05] HOOK: 'AI 말만 들으면 인생 성공할까?'</a:t>
            </a:r>
          </a:p>
          <a:p>
            <a:pPr>
              <a:spcAft>
                <a:spcPts val="300"/>
              </a:spcAft>
              <a:defRPr sz="1050" b="1">
                <a:solidFill>
                  <a:srgbClr val="94A3B8"/>
                </a:solidFill>
                <a:latin typeface="Malgun Gothic"/>
              </a:defRPr>
            </a:pPr>
            <a:r>
              <a:t>• [00:05 - 00:45] DILEMMA: AI 권고 vs 나의 실제 선택 팝업</a:t>
            </a:r>
          </a:p>
          <a:p>
            <a:pPr>
              <a:spcAft>
                <a:spcPts val="300"/>
              </a:spcAft>
              <a:defRPr sz="1050" b="1">
                <a:solidFill>
                  <a:srgbClr val="94A3B8"/>
                </a:solidFill>
                <a:latin typeface="Malgun Gothic"/>
              </a:defRPr>
            </a:pPr>
            <a:r>
              <a:t>• [00:45 - 00:55] BUTTERFLY: 20년 뒤 나비효과 반전</a:t>
            </a:r>
          </a:p>
          <a:p>
            <a:pPr>
              <a:spcAft>
                <a:spcPts val="300"/>
              </a:spcAft>
              <a:defRPr sz="1050" b="1">
                <a:solidFill>
                  <a:srgbClr val="94A3B8"/>
                </a:solidFill>
                <a:latin typeface="Malgun Gothic"/>
              </a:defRPr>
            </a:pPr>
            <a:r>
              <a:t>• [00:55 - 01:00] OUTRO: MY LIFE vs AI LIFE 듀얼 엔딩</a:t>
            </a:r>
          </a:p>
          <a:p>
            <a:pPr>
              <a:spcAft>
                <a:spcPts val="300"/>
              </a:spcAft>
              <a:defRPr sz="1050" b="1">
                <a:solidFill>
                  <a:srgbClr val="22D3EE"/>
                </a:solidFill>
                <a:latin typeface="Malgun Gothic"/>
              </a:defRPr>
            </a:pPr>
            <a:r>
              <a:t>✨ Google Vids (Help me create a video) 원클릭 연동</a:t>
            </a:r>
          </a:p>
          <a:p>
            <a:pPr>
              <a:spcAft>
                <a:spcPts val="300"/>
              </a:spcAft>
              <a:defRPr sz="1050" b="0">
                <a:solidFill>
                  <a:srgbClr val="F8FAFC"/>
                </a:solidFill>
                <a:latin typeface="Malgun Gothic"/>
              </a:defRPr>
            </a:pPr>
            <a:r>
              <a:t>  - 9:16 Vertical Shorts 규격에 맞춘 씬별 프롬프트 자동 생성</a:t>
            </a:r>
          </a:p>
          <a:p>
            <a:pPr>
              <a:spcAft>
                <a:spcPts val="300"/>
              </a:spcAft>
              <a:defRPr sz="1050" b="0">
                <a:solidFill>
                  <a:srgbClr val="F8FAFC"/>
                </a:solidFill>
                <a:latin typeface="Malgun Gothic"/>
              </a:defRPr>
            </a:pPr>
            <a:r>
              <a:t>  - [프롬프트 복사] &amp; [Vids 열기]로 1분 만에 AI 보이스/영상 완성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07. TECH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시스템 아키텍처 : 모듈형 설계 및 Zero-Dependency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2D3EE"/>
                </a:solidFill>
                <a:latin typeface="Malgun Gothic"/>
              </a:defRPr>
            </a:pPr>
            <a:r>
              <a:t>📁 모듈형 소프트웨어 구조</a:t>
            </a:r>
          </a:p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my_ai_life/</a:t>
            </a:r>
            <a:br/>
            <a:r>
              <a:t>├── js/</a:t>
            </a:r>
            <a:br/>
            <a:r>
              <a:t>│   ├── app.js               # 진입점 &amp; 오케스트레이션</a:t>
            </a:r>
            <a:br/>
            <a:r>
              <a:t>│   ├── engine/</a:t>
            </a:r>
            <a:br/>
            <a:r>
              <a:t>│   │   ├── LifeEngine.js    # 코어 시뮬레이션/나비효과</a:t>
            </a:r>
            <a:br/>
            <a:r>
              <a:t>│   │   └── ParallelLifeEngine.js # AI 평행우주 엔진</a:t>
            </a:r>
            <a:br/>
            <a:r>
              <a:t>│   ├── ui/</a:t>
            </a:r>
            <a:br/>
            <a:r>
              <a:t>│   │   ├── HUD.js           # 6대 상태 게이지</a:t>
            </a:r>
            <a:br/>
            <a:r>
              <a:t>│   │   ├── AICompanion.js   # AI 페르소나/말풍선</a:t>
            </a:r>
            <a:br/>
            <a:r>
              <a:t>│   │   ├── FactCardModal.js # 팩트 카드 2차 숙고</a:t>
            </a:r>
            <a:br/>
            <a:r>
              <a:t>│   │   └── ReportView.js    # 듀얼 차트/OSMU 탭</a:t>
            </a:r>
            <a:br/>
            <a:r>
              <a:t>│   └── data/</a:t>
            </a:r>
            <a:br/>
            <a:r>
              <a:t>│       ├── constants.js     # 초기 상태 및 페르소나</a:t>
            </a:r>
            <a:br/>
            <a:r>
              <a:t>│       └── scenarios.js     # 10s~50s 팩트 데이터셋</a:t>
            </a:r>
            <a:br/>
            <a:r>
              <a:t>└── css/main.css             # 글래스모피즘 &amp; 반응형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Malgun Gothic"/>
              </a:defRPr>
            </a:pPr>
            <a:r>
              <a:t>⚡ 기술적 특장점 및 엔지니어링</a:t>
            </a:r>
          </a:p>
          <a:p>
            <a:pPr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Zero-Dependency 경량 웹 앱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무거운 빌드 툴(Webpack/Vite)이나 외부 라이브러리 없이 브라우저에서 즉시 구동 (Live Server 등 완벽 지원)</a:t>
            </a:r>
          </a:p>
          <a:p>
            <a:pPr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순수 ES6+ 모듈 구조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Engine(로직), UI(렌더링), Data(시나리오)가 완벽히 분리되어 유지보수와 기능 확장이 매우 용이</a:t>
            </a:r>
          </a:p>
          <a:p>
            <a:pPr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반응형 모던 다크 UI &amp; 글래스모피즘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CSS Grid &amp; Flexbox 기반 반응형 레이아웃, 반투명 블러 효과 및 다이내믹 게이지 애니메이션</a:t>
            </a:r>
          </a:p>
          <a:p>
            <a:pPr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확장 가능한 데이터 모델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새로운 연령대 시나리오나 추가 라이프 지표를 손쉽게 추가할 수 있는 유연한 데이터 스키마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08. ROADMAP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로드맵 및 비전 : 인터랙티브 에듀테크 &amp; 미디어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Malgun Gothic"/>
              </a:defRPr>
            </a:pPr>
            <a:r>
              <a:t>PHASE 01 (v1.0) [현재 완료]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코어 시스템 및 MVP 완성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10대~50대 5대 생애주기 시나리오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6대 라이프 지표 HUD &amp; 나비효과 큐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3단계 진화형 AI 페르소나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AI 평행우주 듀얼 엔딩 리포트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웹툰 콘티 &amp; 숏폼 대본 자동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874519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Malgun Gothic"/>
              </a:defRPr>
            </a:pPr>
            <a:r>
              <a:t>PHASE 02 (v1.5) [단기 확장 계획]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LLM 동적 연동 &amp; 고도화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LLM(Gemini API) 실시간 연동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사용자 자유 입력 맞춤형 시나리오 생성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AI 파트너와의 양방향 실시간 대화/설득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청소년/대학생 진로 및 금융 교육 커리큘럼 연계 B2B 툴 개발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0184" y="1874519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Malgun Gothic"/>
              </a:defRPr>
            </a:pPr>
            <a:r>
              <a:t>PHASE 03 (v2.0) [중장기 비전]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생성형 AI 멀티미디어 파이프라인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이미지/비디오 생성 AI 파이프라인 연동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인스타툰 컷 이미지 자동 렌더링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숏폼 영상/보이스 원클릭 퍼블리싱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글로벌 다국어(EN/JP) 시나리오 확장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종합 라이프 컨설팅 플랫폼 도약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